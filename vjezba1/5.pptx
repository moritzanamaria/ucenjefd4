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B585-C882-0091-D4ED-49901B9BD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A6C9B-5C95-F62B-C57A-7803B13E8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BC1F8-E216-6889-D773-7F5FB70B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3FF57-0D67-43B3-E0A2-9CCD9B59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61233-50C5-D09B-559A-4D2A1D69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2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569F-0460-D3D1-C1BA-0E685553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0204-4AB6-F1D9-669D-CAE2AC45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F7A9D-6178-9E6C-F85B-0CA8FD25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58B2-B950-5FAF-41CD-1217D00B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38F5-A5E2-6A9A-00ED-7C5C74B0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8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BA23-5474-6A81-E90B-F0C11A90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F74AC-843B-0D32-94A2-72ADB7682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1613C-46C7-6935-E8BB-85E48866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070D-38A5-3EE6-91F7-E774277F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49193-A513-6EB0-B7A1-670C4D75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6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8191-7A97-996A-5DBB-7E9510A7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CCCB9-76F0-55B1-E49F-C011C1381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EA8C9-BD8A-CCE1-8FDB-0C7156AC4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D33AE-B50F-B150-5930-A98528C0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B4EC3-4D0B-9BAB-F551-1EABF36C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A0EA3-DBF4-A5A1-F362-6DDD0901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3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C42A-B307-DE6F-BAB9-061A44E0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D9323-3B73-2F3A-BDDB-8D6614DCF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ED44E-86EA-1F12-C3F2-B93601581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8BB94-B5B2-B37A-78D4-F6F2D73D5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8805B-BC44-DAC9-C827-0DD885ABC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F97AF2-6ABD-1D4F-2902-C7C6B4B6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073AD-ADC3-7B6C-07CF-856447B6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CFB94-9C75-D180-0F22-46BC6F75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0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5101-85C5-D8E8-877B-3F7962FB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92432-715F-BA96-FD67-95C5C1E6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F2F20-0D4F-B3A4-526C-BB38FD4F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610D9-904E-E801-45B5-7C0107ED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2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38DA3-8225-F93E-15FE-8F97A311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5CE1F-1111-B42D-879D-AEE56050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40253-5BFC-1512-424C-C0D099D3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EBCA-8BB6-3F19-6E40-719250A4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916B-5D3A-692B-FD16-375CD283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8B8D9-CB61-F783-9572-BDFB02CA3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5C3E9-7E27-5ACD-056F-5DE0682C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519E7-DF09-C8B4-863A-C20721AE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757D-1F77-CB49-13AE-EA6B96AC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9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7575-E321-A99F-571E-5A88FE8A1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73E6F-3EF2-B553-1E74-8D85BB8BE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D83C0-5751-67A1-CCF4-F2067711A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769A8-2075-B69C-6273-3097FF6D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23DC3-0269-4746-3BF6-3E68DC6C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46EBB-9DAF-C6C7-EDEB-81A25A34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54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8845-D998-E0F2-251C-B661FB46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F9578-6404-3E28-FEF3-DD474E97B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BECB-ABC3-47E9-2F52-1D5391BB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5B1E3-CDA5-10D8-2C67-25ABB3C7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2F0F-C38E-F615-72FB-D6833C33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0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34FD4-FFC7-2A2D-F9D7-342E0D161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37D5A-35F6-75B3-27C8-E21D59376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B8259-8B6A-6E01-6833-83DFCB12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5221A-677A-51F2-B633-B57DE0C2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D20C9-CBD0-7236-79CE-070639D9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1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B2C05-A6A2-2FE1-9FE4-52613B19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34715-75EC-008C-43E2-9E6B4F41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4591A-39F9-0CE8-C6BD-41B48470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875F3-DEF2-4426-B78A-4518B99E895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60846-B2F3-00C1-0DFA-766DA5740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A37EC-10C7-54D0-97AE-724FF9B01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51B09-EBC4-4E9D-8D9F-B522109F4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1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68B1-7FD0-1599-F22C-8C5D99F12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/>
              <a:t>PowerPoint</a:t>
            </a:r>
            <a:br>
              <a:rPr lang="hr-HR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F254D-42BE-6B30-2E5C-40AAD68F7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1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maria</dc:creator>
  <cp:lastModifiedBy>ana maria</cp:lastModifiedBy>
  <cp:revision>1</cp:revision>
  <dcterms:created xsi:type="dcterms:W3CDTF">2026-06-02T18:48:23Z</dcterms:created>
  <dcterms:modified xsi:type="dcterms:W3CDTF">2026-06-02T18:48:35Z</dcterms:modified>
</cp:coreProperties>
</file>